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554" y="10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9980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426D65EA-15E6-CDDF-1AFA-A07A07B6B796}"/>
              </a:ext>
            </a:extLst>
          </p:cNvPr>
          <p:cNvGrpSpPr/>
          <p:nvPr/>
        </p:nvGrpSpPr>
        <p:grpSpPr>
          <a:xfrm>
            <a:off x="3814612" y="1523581"/>
            <a:ext cx="4572320" cy="3376168"/>
            <a:chOff x="3814612" y="1523581"/>
            <a:chExt cx="4572320" cy="3376168"/>
          </a:xfrm>
        </p:grpSpPr>
        <p:sp>
          <p:nvSpPr>
            <p:cNvPr id="2" name="Shape 0"/>
            <p:cNvSpPr/>
            <p:nvPr/>
          </p:nvSpPr>
          <p:spPr>
            <a:xfrm>
              <a:off x="5769956" y="1997596"/>
              <a:ext cx="667512" cy="0"/>
            </a:xfrm>
            <a:prstGeom prst="line">
              <a:avLst/>
            </a:prstGeom>
            <a:noFill/>
            <a:ln w="38100">
              <a:solidFill>
                <a:srgbClr val="35597B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" name="Shape 1"/>
            <p:cNvSpPr/>
            <p:nvPr/>
          </p:nvSpPr>
          <p:spPr>
            <a:xfrm flipH="1">
              <a:off x="6096000" y="1997596"/>
              <a:ext cx="9232" cy="1888104"/>
            </a:xfrm>
            <a:prstGeom prst="line">
              <a:avLst/>
            </a:prstGeom>
            <a:noFill/>
            <a:ln w="38100">
              <a:solidFill>
                <a:srgbClr val="35597B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Shape 2"/>
            <p:cNvSpPr/>
            <p:nvPr/>
          </p:nvSpPr>
          <p:spPr>
            <a:xfrm>
              <a:off x="4321460" y="3062729"/>
              <a:ext cx="3564320" cy="511"/>
            </a:xfrm>
            <a:prstGeom prst="line">
              <a:avLst/>
            </a:prstGeom>
            <a:noFill/>
            <a:ln w="38100">
              <a:solidFill>
                <a:srgbClr val="35597B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Shape 3"/>
            <p:cNvSpPr/>
            <p:nvPr/>
          </p:nvSpPr>
          <p:spPr>
            <a:xfrm>
              <a:off x="4321460" y="3063240"/>
              <a:ext cx="0" cy="828000"/>
            </a:xfrm>
            <a:prstGeom prst="line">
              <a:avLst/>
            </a:prstGeom>
            <a:noFill/>
            <a:ln w="38100">
              <a:solidFill>
                <a:srgbClr val="35597B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Shape 5"/>
            <p:cNvSpPr/>
            <p:nvPr/>
          </p:nvSpPr>
          <p:spPr>
            <a:xfrm>
              <a:off x="7885780" y="3063240"/>
              <a:ext cx="0" cy="828509"/>
            </a:xfrm>
            <a:prstGeom prst="line">
              <a:avLst/>
            </a:prstGeom>
            <a:noFill/>
            <a:ln w="38100">
              <a:solidFill>
                <a:srgbClr val="35597B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Shape 6"/>
            <p:cNvSpPr>
              <a:spLocks noChangeAspect="1"/>
            </p:cNvSpPr>
            <p:nvPr/>
          </p:nvSpPr>
          <p:spPr>
            <a:xfrm>
              <a:off x="4869956" y="1547596"/>
              <a:ext cx="900000" cy="900000"/>
            </a:xfrm>
            <a:prstGeom prst="rect">
              <a:avLst/>
            </a:prstGeom>
            <a:solidFill>
              <a:srgbClr val="E8D7BF"/>
            </a:solidFill>
            <a:ln w="27940">
              <a:solidFill>
                <a:srgbClr val="C7AA7B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Shape 7"/>
            <p:cNvSpPr>
              <a:spLocks noChangeAspect="1"/>
            </p:cNvSpPr>
            <p:nvPr/>
          </p:nvSpPr>
          <p:spPr>
            <a:xfrm>
              <a:off x="6437468" y="1523581"/>
              <a:ext cx="900000" cy="900000"/>
            </a:xfrm>
            <a:prstGeom prst="ellipse">
              <a:avLst/>
            </a:prstGeom>
            <a:solidFill>
              <a:srgbClr val="E8D7BF"/>
            </a:solidFill>
            <a:ln w="27940">
              <a:solidFill>
                <a:srgbClr val="C7AA7B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Shape 8"/>
            <p:cNvSpPr/>
            <p:nvPr/>
          </p:nvSpPr>
          <p:spPr>
            <a:xfrm>
              <a:off x="3814612" y="3891749"/>
              <a:ext cx="1008000" cy="1008000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 w="34290">
              <a:solidFill>
                <a:srgbClr val="526F8E"/>
              </a:solidFill>
              <a:prstDash val="dash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Shape 9"/>
            <p:cNvSpPr/>
            <p:nvPr/>
          </p:nvSpPr>
          <p:spPr>
            <a:xfrm>
              <a:off x="4175156" y="4132588"/>
              <a:ext cx="292608" cy="301752"/>
            </a:xfrm>
            <a:prstGeom prst="roundRect">
              <a:avLst/>
            </a:prstGeom>
            <a:solidFill>
              <a:srgbClr val="FFFFFF">
                <a:alpha val="0"/>
              </a:srgbClr>
            </a:solidFill>
            <a:ln w="29210">
              <a:solidFill>
                <a:srgbClr val="3F5F80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Shape 10"/>
            <p:cNvSpPr/>
            <p:nvPr/>
          </p:nvSpPr>
          <p:spPr>
            <a:xfrm>
              <a:off x="4102004" y="4333756"/>
              <a:ext cx="438912" cy="347472"/>
            </a:xfrm>
            <a:prstGeom prst="roundRect">
              <a:avLst/>
            </a:prstGeom>
            <a:solidFill>
              <a:srgbClr val="526F8E"/>
            </a:solidFill>
            <a:ln w="15240">
              <a:solidFill>
                <a:srgbClr val="3F5F80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Shape 11"/>
            <p:cNvSpPr/>
            <p:nvPr/>
          </p:nvSpPr>
          <p:spPr>
            <a:xfrm>
              <a:off x="4271168" y="4420624"/>
              <a:ext cx="100584" cy="100584"/>
            </a:xfrm>
            <a:prstGeom prst="ellipse">
              <a:avLst/>
            </a:prstGeom>
            <a:solidFill>
              <a:srgbClr val="F8F7F4"/>
            </a:solidFill>
            <a:ln w="12700">
              <a:solidFill>
                <a:srgbClr val="F8F7F4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Shape 12"/>
            <p:cNvSpPr/>
            <p:nvPr/>
          </p:nvSpPr>
          <p:spPr>
            <a:xfrm>
              <a:off x="4297686" y="4502920"/>
              <a:ext cx="47549" cy="96012"/>
            </a:xfrm>
            <a:prstGeom prst="rect">
              <a:avLst/>
            </a:prstGeom>
            <a:solidFill>
              <a:srgbClr val="F8F7F4"/>
            </a:solidFill>
            <a:ln w="12700">
              <a:solidFill>
                <a:srgbClr val="F8F7F4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Shape 13"/>
            <p:cNvSpPr/>
            <p:nvPr/>
          </p:nvSpPr>
          <p:spPr>
            <a:xfrm>
              <a:off x="5596772" y="3891749"/>
              <a:ext cx="1008000" cy="10080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34290">
              <a:solidFill>
                <a:srgbClr val="526F8E"/>
              </a:solidFill>
              <a:prstDash val="dash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Shape 14"/>
            <p:cNvSpPr/>
            <p:nvPr/>
          </p:nvSpPr>
          <p:spPr>
            <a:xfrm>
              <a:off x="5957316" y="4132588"/>
              <a:ext cx="292608" cy="301752"/>
            </a:xfrm>
            <a:prstGeom prst="roundRect">
              <a:avLst/>
            </a:prstGeom>
            <a:solidFill>
              <a:srgbClr val="FFFFFF">
                <a:alpha val="0"/>
              </a:srgbClr>
            </a:solidFill>
            <a:ln w="29210">
              <a:solidFill>
                <a:srgbClr val="3F5F80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7" name="Shape 15"/>
            <p:cNvSpPr/>
            <p:nvPr/>
          </p:nvSpPr>
          <p:spPr>
            <a:xfrm>
              <a:off x="5884164" y="4333756"/>
              <a:ext cx="438912" cy="347472"/>
            </a:xfrm>
            <a:prstGeom prst="roundRect">
              <a:avLst/>
            </a:prstGeom>
            <a:solidFill>
              <a:srgbClr val="526F8E"/>
            </a:solidFill>
            <a:ln w="15240">
              <a:solidFill>
                <a:srgbClr val="3F5F80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" name="Shape 16"/>
            <p:cNvSpPr/>
            <p:nvPr/>
          </p:nvSpPr>
          <p:spPr>
            <a:xfrm>
              <a:off x="6053328" y="4420624"/>
              <a:ext cx="100584" cy="100584"/>
            </a:xfrm>
            <a:prstGeom prst="ellipse">
              <a:avLst/>
            </a:prstGeom>
            <a:solidFill>
              <a:srgbClr val="F8F7F4"/>
            </a:solidFill>
            <a:ln w="12700">
              <a:solidFill>
                <a:srgbClr val="F8F7F4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9" name="Shape 17"/>
            <p:cNvSpPr/>
            <p:nvPr/>
          </p:nvSpPr>
          <p:spPr>
            <a:xfrm>
              <a:off x="6079846" y="4502920"/>
              <a:ext cx="47549" cy="96012"/>
            </a:xfrm>
            <a:prstGeom prst="rect">
              <a:avLst/>
            </a:prstGeom>
            <a:solidFill>
              <a:srgbClr val="F8F7F4"/>
            </a:solidFill>
            <a:ln w="12700">
              <a:solidFill>
                <a:srgbClr val="F8F7F4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" name="Shape 18"/>
            <p:cNvSpPr/>
            <p:nvPr/>
          </p:nvSpPr>
          <p:spPr>
            <a:xfrm>
              <a:off x="7378932" y="3891749"/>
              <a:ext cx="1008000" cy="1008000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 w="34290">
              <a:solidFill>
                <a:srgbClr val="526F8E"/>
              </a:solidFill>
              <a:prstDash val="dash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1" name="Shape 19"/>
            <p:cNvSpPr/>
            <p:nvPr/>
          </p:nvSpPr>
          <p:spPr>
            <a:xfrm>
              <a:off x="7739476" y="4132588"/>
              <a:ext cx="292608" cy="301752"/>
            </a:xfrm>
            <a:prstGeom prst="roundRect">
              <a:avLst/>
            </a:prstGeom>
            <a:solidFill>
              <a:srgbClr val="FFFFFF">
                <a:alpha val="0"/>
              </a:srgbClr>
            </a:solidFill>
            <a:ln w="29210">
              <a:solidFill>
                <a:srgbClr val="3F5F80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2" name="Shape 20"/>
            <p:cNvSpPr/>
            <p:nvPr/>
          </p:nvSpPr>
          <p:spPr>
            <a:xfrm>
              <a:off x="7666324" y="4333756"/>
              <a:ext cx="438912" cy="347472"/>
            </a:xfrm>
            <a:prstGeom prst="roundRect">
              <a:avLst/>
            </a:prstGeom>
            <a:solidFill>
              <a:srgbClr val="526F8E"/>
            </a:solidFill>
            <a:ln w="15240">
              <a:solidFill>
                <a:srgbClr val="3F5F80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3" name="Shape 21"/>
            <p:cNvSpPr/>
            <p:nvPr/>
          </p:nvSpPr>
          <p:spPr>
            <a:xfrm>
              <a:off x="7835488" y="4420624"/>
              <a:ext cx="100584" cy="100584"/>
            </a:xfrm>
            <a:prstGeom prst="ellipse">
              <a:avLst/>
            </a:prstGeom>
            <a:solidFill>
              <a:srgbClr val="F8F7F4"/>
            </a:solidFill>
            <a:ln w="12700">
              <a:solidFill>
                <a:srgbClr val="F8F7F4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4" name="Shape 22"/>
            <p:cNvSpPr/>
            <p:nvPr/>
          </p:nvSpPr>
          <p:spPr>
            <a:xfrm>
              <a:off x="7862006" y="4502920"/>
              <a:ext cx="47549" cy="96012"/>
            </a:xfrm>
            <a:prstGeom prst="rect">
              <a:avLst/>
            </a:prstGeom>
            <a:solidFill>
              <a:srgbClr val="F8F7F4"/>
            </a:solidFill>
            <a:ln w="12700">
              <a:solidFill>
                <a:srgbClr val="F8F7F4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</Words>
  <Application>Microsoft Office PowerPoint</Application>
  <PresentationFormat>Widescreen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Famnesia pedigree</dc:title>
  <dc:subject>Famnesia pedigree logo</dc:subject>
  <dc:creator>OpenAI</dc:creator>
  <cp:lastModifiedBy>Magnus Dehli Vigeland</cp:lastModifiedBy>
  <cp:revision>3</cp:revision>
  <dcterms:created xsi:type="dcterms:W3CDTF">2026-08-26T21:39:04Z</dcterms:created>
  <dcterms:modified xsi:type="dcterms:W3CDTF">2026-08-26T22:17:18Z</dcterms:modified>
</cp:coreProperties>
</file>